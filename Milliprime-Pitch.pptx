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500" kern="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MILLIPRIMES CO-OP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Systems Foundry for Indy Founders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Milliprime is an indy founder with the leverage and systems power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 major corporation. This isn't a movement to create — it's a phenomenon to recognize.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co-op is where Milliprimes build together.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 Diehl + Dan Villa  |  February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F006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WORLD CHANGED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build entire platforms in minutes. The bottleneck isn't code anymore.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judgment. Trust. Governance. Taste. Operational coherence.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who have those things are Milliprimes — whether they know it yet or not.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377440" cy="21945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86000"/>
            <a:ext cx="23774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14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min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build a platform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used to take months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2286000"/>
            <a:ext cx="2377440" cy="21945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2286000"/>
            <a:ext cx="2377440" cy="36576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514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1000+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65760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per operator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3566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Milliprime archetype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286000"/>
            <a:ext cx="2377440" cy="21945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286000"/>
            <a:ext cx="23774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514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$1/mo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0080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tools should cost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566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building is near-free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CO-OP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Flywheel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Identify a use case</a:t>
            </a:r>
            <a:endParaRPr lang="en-US" sz="13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Build a reusable module</a:t>
            </a:r>
            <a:endParaRPr lang="en-US" sz="13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Module serves other products</a:t>
            </a:r>
            <a:endParaRPr lang="en-US" sz="13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(promotes, builds, or powers them)</a:t>
            </a:r>
            <a:endParaRPr lang="en-US" sz="13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Module becomes its own product</a:t>
            </a:r>
            <a:endParaRPr lang="en-US" sz="13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Revenue flows — from products</a:t>
            </a:r>
            <a:endParaRPr lang="en-US" sz="13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or from the modules themselves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Flavors of Sell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1737360"/>
            <a:ext cx="3840480" cy="8686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737360"/>
            <a:ext cx="54864" cy="8686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Product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9440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 leans here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store, cool tool, app, SaaS — ship it and sell 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880360"/>
            <a:ext cx="3840480" cy="8686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2880360"/>
            <a:ext cx="54864" cy="86868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926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&amp; Sell Consulting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2926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Dan's opportunity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engagements using co-op modules as accelerators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4023360"/>
            <a:ext cx="3840480" cy="8686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4023360"/>
            <a:ext cx="54864" cy="86868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4069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Modules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4069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revenue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4434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Ready-to-go SaaS products other founders can plug 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I 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I've built — so you can see where I'm coming from and where the co-op picks up.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768096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08760"/>
            <a:ext cx="54864" cy="7315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36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 vs Health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0" y="1536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3-5 months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8562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health platform — intake, consults, labs, prescriptions. 6-step journey map. Phase 1 go-live.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768096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423160"/>
            <a:ext cx="54864" cy="73152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450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 Hands (1KH)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17920" y="2450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5-6 weeks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7706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Meta-framework for AI-orchestrated dev. System Configs, Journey Mappings, Executor standards. v3 active.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337560"/>
            <a:ext cx="768096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337560"/>
            <a:ext cx="54864" cy="7315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364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+ Yesterday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33649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24 hours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685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Intake Protocol (agentintake.io) + 3 GTM platforms — cold email, social DMs, YouTube. Near-equivalent scale.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160520"/>
            <a:ext cx="768096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3-5 months  →  5-6 weeks  →  &lt; 24 hours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6072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acceleration curve. That's why now.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INVITATION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800" i="1" dirty="0">
                <a:solidFill>
                  <a:srgbClr val="00D4FF"/>
                </a:solidFill>
              </a:rPr>
              <a:t>"You already are a Milliprime.</a:t>
            </a:r>
            <a:endParaRPr lang="en-US" sz="18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800" i="1" dirty="0">
                <a:solidFill>
                  <a:srgbClr val="00D4FF"/>
                </a:solidFill>
              </a:rPr>
              <a:t>The question isn't whether you qualify —</a:t>
            </a:r>
            <a:endParaRPr lang="en-US" sz="18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800" i="1" dirty="0">
                <a:solidFill>
                  <a:srgbClr val="00D4FF"/>
                </a:solidFill>
              </a:rPr>
              <a:t>it's whether you want to build with other ones."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834640"/>
            <a:ext cx="137160" cy="1371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788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co-op as a founding member — lightweight, no overhead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137160" cy="137160"/>
          </a:xfrm>
          <a:prstGeom prst="rect">
            <a:avLst/>
          </a:prstGeom>
          <a:solidFill>
            <a:srgbClr val="1A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3246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flavor: products, consulting, modules — or all three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749040"/>
            <a:ext cx="137160" cy="137160"/>
          </a:xfrm>
          <a:prstGeom prst="rect">
            <a:avLst/>
          </a:prstGeom>
          <a:solidFill>
            <a:srgbClr val="1A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703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1-2 others you'd trust to operate at this level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206240"/>
            <a:ext cx="137160" cy="137160"/>
          </a:xfrm>
          <a:prstGeom prst="rect">
            <a:avLst/>
          </a:prstGeom>
          <a:solidFill>
            <a:srgbClr val="1A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4160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what this becomes together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Milliprimes Co-op — The Systems Foundry</dc:title>
  <dc:subject>PptxGenJS Presentation</dc:subject>
  <dc:creator>Paul Diehl</dc:creator>
  <cp:lastModifiedBy>Paul Diehl</cp:lastModifiedBy>
  <cp:revision>1</cp:revision>
  <dcterms:created xsi:type="dcterms:W3CDTF">2026-02-27T14:39:00Z</dcterms:created>
  <dcterms:modified xsi:type="dcterms:W3CDTF">2026-02-27T14:39:00Z</dcterms:modified>
</cp:coreProperties>
</file>